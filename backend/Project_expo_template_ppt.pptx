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7" d="100"/>
          <a:sy n="117" d="100"/>
        </p:scale>
        <p:origin x="11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64592" y="164592"/>
            <a:ext cx="11862816" cy="6528816"/>
          </a:xfrm>
          <a:prstGeom prst="rect">
            <a:avLst/>
          </a:prstGeom>
          <a:noFill/>
          <a:ln w="13970">
            <a:solidFill>
              <a:srgbClr val="23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65221" y="475488"/>
            <a:ext cx="1006866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2233A"/>
                </a:solidFill>
                <a:latin typeface="Aptos Display"/>
              </a:defRPr>
            </a:pPr>
            <a:r>
              <a:rPr dirty="0"/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92236" y="1947512"/>
            <a:ext cx="1132142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5B96"/>
                </a:solidFill>
              </a:defRPr>
            </a:pPr>
            <a:r>
              <a:rPr dirty="0"/>
              <a:t>[PROJECT NAME]</a:t>
            </a:r>
          </a:p>
          <a:p>
            <a:pPr>
              <a:spcBef>
                <a:spcPts val="1000"/>
              </a:spcBef>
              <a:defRPr sz="1800">
                <a:solidFill>
                  <a:srgbClr val="687788"/>
                </a:solidFill>
              </a:defRPr>
            </a:pPr>
            <a:r>
              <a:rPr dirty="0"/>
              <a:t>[One-line project tagline]</a:t>
            </a:r>
          </a:p>
          <a:p>
            <a:pPr>
              <a:spcBef>
                <a:spcPts val="2000"/>
              </a:spcBef>
              <a:defRPr sz="1300" b="1">
                <a:solidFill>
                  <a:srgbClr val="263444"/>
                </a:solidFill>
              </a:defRPr>
            </a:pPr>
            <a:r>
              <a:rPr dirty="0"/>
              <a:t>TEAM: [TEAM NAME]   |   MEMBERS: [NAMES]</a:t>
            </a:r>
          </a:p>
        </p:txBody>
      </p:sp>
      <p:pic>
        <p:nvPicPr>
          <p:cNvPr id="7" name="Picture 6" descr="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6554" y="312319"/>
            <a:ext cx="450462" cy="4775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4592" y="164592"/>
            <a:ext cx="11862816" cy="6528816"/>
          </a:xfrm>
          <a:prstGeom prst="rect">
            <a:avLst/>
          </a:prstGeom>
          <a:noFill/>
          <a:ln w="13970">
            <a:solidFill>
              <a:srgbClr val="23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33A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201168" rtlCol="0" anchor="ctr"/>
          <a:lstStyle/>
          <a:p>
            <a:pPr algn="ctr">
              <a:defRPr sz="1500" b="1">
                <a:solidFill>
                  <a:srgbClr val="1E5B96"/>
                </a:solidFill>
              </a:defRPr>
            </a:pPr>
            <a:r>
              <a:t>THE PROBLEM</a:t>
            </a:r>
          </a:p>
          <a:p>
            <a:pPr>
              <a:spcBef>
                <a:spcPts val="700"/>
              </a:spcBef>
              <a:defRPr sz="1150">
                <a:solidFill>
                  <a:srgbClr val="687788"/>
                </a:solidFill>
              </a:defRPr>
            </a:pPr>
            <a:r>
              <a:t>[Write the real-world problem in 2–3 concise points.]</a:t>
            </a:r>
            <a:br/>
            <a:r>
              <a:t/>
            </a:r>
            <a:br/>
            <a:r>
              <a:t>• [Who faces it?]</a:t>
            </a:r>
            <a:br/>
            <a:r>
              <a:t>• [What difficulty occurs?]</a:t>
            </a:r>
            <a:br/>
            <a:r>
              <a:t>• [Why is it important?]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7160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201168" rtlCol="0" anchor="ctr"/>
          <a:lstStyle/>
          <a:p>
            <a:pPr algn="ctr">
              <a:defRPr sz="1500" b="1">
                <a:solidFill>
                  <a:srgbClr val="1E5B96"/>
                </a:solidFill>
              </a:defRPr>
            </a:pPr>
            <a:r>
              <a:t>IMPACT</a:t>
            </a:r>
          </a:p>
          <a:p>
            <a:pPr>
              <a:spcBef>
                <a:spcPts val="700"/>
              </a:spcBef>
              <a:defRPr sz="1150">
                <a:solidFill>
                  <a:srgbClr val="687788"/>
                </a:solidFill>
              </a:defRPr>
            </a:pPr>
            <a:r>
              <a:t>[Time / cost / safety / accessibility impact]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493008"/>
            <a:ext cx="5257800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201168" rtlCol="0" anchor="ctr"/>
          <a:lstStyle/>
          <a:p>
            <a:pPr algn="ctr">
              <a:defRPr sz="1500" b="1">
                <a:solidFill>
                  <a:srgbClr val="1E5B96"/>
                </a:solidFill>
              </a:defRPr>
            </a:pPr>
            <a:r>
              <a:t>KEY REQUIREMENT</a:t>
            </a:r>
          </a:p>
          <a:p>
            <a:pPr>
              <a:spcBef>
                <a:spcPts val="700"/>
              </a:spcBef>
              <a:defRPr sz="1150">
                <a:solidFill>
                  <a:srgbClr val="687788"/>
                </a:solidFill>
              </a:defRPr>
            </a:pPr>
            <a:r>
              <a:t>[What should an ideal solution provide?]</a:t>
            </a:r>
          </a:p>
        </p:txBody>
      </p:sp>
      <p:pic>
        <p:nvPicPr>
          <p:cNvPr id="9" name="Picture 8" descr="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0" y="348975"/>
            <a:ext cx="450462" cy="47753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4592" y="164592"/>
            <a:ext cx="11862816" cy="6528816"/>
          </a:xfrm>
          <a:prstGeom prst="rect">
            <a:avLst/>
          </a:prstGeom>
          <a:noFill/>
          <a:ln w="13970">
            <a:solidFill>
              <a:srgbClr val="23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33A"/>
                </a:solidFill>
                <a:latin typeface="Aptos Display"/>
              </a:defRPr>
            </a:pPr>
            <a:r>
              <a:t>EXISTING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290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201168" rtlCol="0" anchor="ctr"/>
          <a:lstStyle/>
          <a:p>
            <a:pPr algn="ctr">
              <a:defRPr sz="1500" b="1">
                <a:solidFill>
                  <a:srgbClr val="1E5B96"/>
                </a:solidFill>
              </a:defRPr>
            </a:pPr>
            <a:r>
              <a:t>SYSTEM / METHOD 01</a:t>
            </a:r>
          </a:p>
          <a:p>
            <a:pPr>
              <a:spcBef>
                <a:spcPts val="700"/>
              </a:spcBef>
              <a:defRPr sz="1150">
                <a:solidFill>
                  <a:srgbClr val="687788"/>
                </a:solidFill>
              </a:defRPr>
            </a:pPr>
            <a:r>
              <a:t>[Existing solution]</a:t>
            </a:r>
            <a:br/>
            <a:r>
              <a:t/>
            </a:r>
            <a:br/>
            <a:r>
              <a:t>[What it provides]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371600"/>
            <a:ext cx="34290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201168" rtlCol="0" anchor="ctr"/>
          <a:lstStyle/>
          <a:p>
            <a:pPr algn="ctr">
              <a:defRPr sz="1500" b="1">
                <a:solidFill>
                  <a:srgbClr val="1E5B96"/>
                </a:solidFill>
              </a:defRPr>
            </a:pPr>
            <a:r>
              <a:t>SYSTEM / METHOD 02</a:t>
            </a:r>
          </a:p>
          <a:p>
            <a:pPr>
              <a:spcBef>
                <a:spcPts val="700"/>
              </a:spcBef>
              <a:defRPr sz="1150">
                <a:solidFill>
                  <a:srgbClr val="687788"/>
                </a:solidFill>
              </a:defRPr>
            </a:pPr>
            <a:r>
              <a:t>[Existing solution]</a:t>
            </a:r>
            <a:br/>
            <a:r>
              <a:t/>
            </a:r>
            <a:br/>
            <a:r>
              <a:t>[What it provides]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0144" y="1371600"/>
            <a:ext cx="3419856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201168" rtlCol="0" anchor="ctr"/>
          <a:lstStyle/>
          <a:p>
            <a:pPr algn="ctr">
              <a:defRPr sz="1500" b="1">
                <a:solidFill>
                  <a:srgbClr val="1E5B96"/>
                </a:solidFill>
              </a:defRPr>
            </a:pPr>
            <a:r>
              <a:t>IDENTIFIED GAP</a:t>
            </a:r>
          </a:p>
          <a:p>
            <a:pPr>
              <a:spcBef>
                <a:spcPts val="700"/>
              </a:spcBef>
              <a:defRPr sz="1150">
                <a:solidFill>
                  <a:srgbClr val="687788"/>
                </a:solidFill>
              </a:defRPr>
            </a:pPr>
            <a:r>
              <a:t>• [Limitation 1]</a:t>
            </a:r>
            <a:br/>
            <a:r>
              <a:t>• [Limitation 2]</a:t>
            </a:r>
            <a:br/>
            <a:r>
              <a:t>• [Limitation 3]</a:t>
            </a:r>
          </a:p>
        </p:txBody>
      </p:sp>
      <p:pic>
        <p:nvPicPr>
          <p:cNvPr id="9" name="Picture 8" descr="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0" y="348975"/>
            <a:ext cx="450462" cy="4775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64592" y="164592"/>
            <a:ext cx="11862816" cy="6528816"/>
          </a:xfrm>
          <a:prstGeom prst="rect">
            <a:avLst/>
          </a:prstGeom>
          <a:noFill/>
          <a:ln w="13970">
            <a:solidFill>
              <a:srgbClr val="23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33A"/>
                </a:solidFill>
                <a:latin typeface="Aptos Display"/>
              </a:defRPr>
            </a:pPr>
            <a:r>
              <a:t>PROPOSED SOLUTION &amp; TECHNOLOGIES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4864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201168" rtlCol="0" anchor="ctr"/>
          <a:lstStyle/>
          <a:p>
            <a:pPr algn="ctr">
              <a:defRPr sz="1500" b="1">
                <a:solidFill>
                  <a:srgbClr val="1E5B96"/>
                </a:solidFill>
              </a:defRPr>
            </a:pPr>
            <a:r>
              <a:t>PROPOSED SOLUTION</a:t>
            </a:r>
          </a:p>
          <a:p>
            <a:pPr>
              <a:spcBef>
                <a:spcPts val="700"/>
              </a:spcBef>
              <a:defRPr sz="1150">
                <a:solidFill>
                  <a:srgbClr val="687788"/>
                </a:solidFill>
              </a:defRPr>
            </a:pPr>
            <a:r>
              <a:t>[Describe your solution clearly in 3–4 lines.]</a:t>
            </a:r>
            <a:br/>
            <a:r>
              <a:t/>
            </a:r>
            <a:br/>
            <a:r>
              <a:t>WORKFLOW</a:t>
            </a:r>
            <a:br/>
            <a:r>
              <a:t>[Input]  →  [Processing]  →  [Output]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1325880"/>
            <a:ext cx="23317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201168" rtlCol="0" anchor="ctr"/>
          <a:lstStyle/>
          <a:p>
            <a:pPr algn="ctr">
              <a:defRPr sz="1500" b="1">
                <a:solidFill>
                  <a:srgbClr val="1E5B96"/>
                </a:solidFill>
              </a:defRPr>
            </a:pPr>
            <a:r>
              <a:t>FRONTEND</a:t>
            </a:r>
          </a:p>
          <a:p>
            <a:pPr>
              <a:spcBef>
                <a:spcPts val="700"/>
              </a:spcBef>
              <a:defRPr sz="1150">
                <a:solidFill>
                  <a:srgbClr val="687788"/>
                </a:solidFill>
              </a:defRPr>
            </a:pPr>
            <a:r>
              <a:t>[Tool / framework]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6840" y="1325880"/>
            <a:ext cx="24231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201168" rtlCol="0" anchor="ctr"/>
          <a:lstStyle/>
          <a:p>
            <a:pPr algn="ctr">
              <a:defRPr sz="1500" b="1">
                <a:solidFill>
                  <a:srgbClr val="1E5B96"/>
                </a:solidFill>
              </a:defRPr>
            </a:pPr>
            <a:r>
              <a:t>BACKEND</a:t>
            </a:r>
          </a:p>
          <a:p>
            <a:pPr>
              <a:spcBef>
                <a:spcPts val="700"/>
              </a:spcBef>
              <a:defRPr sz="1150">
                <a:solidFill>
                  <a:srgbClr val="687788"/>
                </a:solidFill>
              </a:defRPr>
            </a:pPr>
            <a:r>
              <a:t>[Tool / framework]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3566160"/>
            <a:ext cx="23317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201168" rtlCol="0" anchor="ctr"/>
          <a:lstStyle/>
          <a:p>
            <a:pPr algn="ctr">
              <a:defRPr sz="1500" b="1">
                <a:solidFill>
                  <a:srgbClr val="1E5B96"/>
                </a:solidFill>
              </a:defRPr>
            </a:pPr>
            <a:r>
              <a:t>DATABASE</a:t>
            </a:r>
          </a:p>
          <a:p>
            <a:pPr>
              <a:spcBef>
                <a:spcPts val="700"/>
              </a:spcBef>
              <a:defRPr sz="1150">
                <a:solidFill>
                  <a:srgbClr val="687788"/>
                </a:solidFill>
              </a:defRPr>
            </a:pPr>
            <a:r>
              <a:t>[Tool]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6840" y="3566160"/>
            <a:ext cx="24231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201168" rtlCol="0" anchor="ctr"/>
          <a:lstStyle/>
          <a:p>
            <a:pPr algn="ctr">
              <a:defRPr sz="1500" b="1">
                <a:solidFill>
                  <a:srgbClr val="1E5B96"/>
                </a:solidFill>
              </a:defRPr>
            </a:pPr>
            <a:r>
              <a:t>API / AI</a:t>
            </a:r>
          </a:p>
          <a:p>
            <a:pPr>
              <a:spcBef>
                <a:spcPts val="700"/>
              </a:spcBef>
              <a:defRPr sz="1150">
                <a:solidFill>
                  <a:srgbClr val="687788"/>
                </a:solidFill>
              </a:defRPr>
            </a:pPr>
            <a:r>
              <a:t>[Tool / service]</a:t>
            </a:r>
          </a:p>
        </p:txBody>
      </p:sp>
      <p:pic>
        <p:nvPicPr>
          <p:cNvPr id="11" name="Picture 10" descr="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0" y="348975"/>
            <a:ext cx="450462" cy="4775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64592" y="164592"/>
            <a:ext cx="11862816" cy="6528816"/>
          </a:xfrm>
          <a:prstGeom prst="rect">
            <a:avLst/>
          </a:prstGeom>
          <a:noFill/>
          <a:ln w="13970">
            <a:solidFill>
              <a:srgbClr val="23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33A"/>
                </a:solidFill>
                <a:latin typeface="Aptos Display"/>
              </a:defRPr>
            </a:pPr>
            <a:r>
              <a:t>FUTURE DEVELOPMENT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1663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201168" rtlCol="0" anchor="ctr"/>
          <a:lstStyle/>
          <a:p>
            <a:pPr algn="ctr">
              <a:defRPr sz="1500" b="1">
                <a:solidFill>
                  <a:srgbClr val="1E5B96"/>
                </a:solidFill>
              </a:defRPr>
            </a:pPr>
            <a:r>
              <a:t>01  [Future update]</a:t>
            </a:r>
          </a:p>
          <a:p>
            <a:pPr>
              <a:spcBef>
                <a:spcPts val="700"/>
              </a:spcBef>
              <a:defRPr sz="1150">
                <a:solidFill>
                  <a:srgbClr val="687788"/>
                </a:solidFill>
              </a:defRPr>
            </a:pPr>
            <a:r>
              <a:t>Technology: [tool]</a:t>
            </a:r>
            <a:br/>
            <a:r>
              <a:t>Purpose: [one short line]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25880"/>
            <a:ext cx="51663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201168" rtlCol="0" anchor="ctr"/>
          <a:lstStyle/>
          <a:p>
            <a:pPr algn="ctr">
              <a:defRPr sz="1500" b="1">
                <a:solidFill>
                  <a:srgbClr val="1E5B96"/>
                </a:solidFill>
              </a:defRPr>
            </a:pPr>
            <a:r>
              <a:t>02  [Future update]</a:t>
            </a:r>
          </a:p>
          <a:p>
            <a:pPr>
              <a:spcBef>
                <a:spcPts val="700"/>
              </a:spcBef>
              <a:defRPr sz="1150">
                <a:solidFill>
                  <a:srgbClr val="687788"/>
                </a:solidFill>
              </a:defRPr>
            </a:pPr>
            <a:r>
              <a:t>Technology: [tool]</a:t>
            </a:r>
            <a:br/>
            <a:r>
              <a:t>Purpose: [one short line]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66160"/>
            <a:ext cx="51663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201168" rtlCol="0" anchor="ctr"/>
          <a:lstStyle/>
          <a:p>
            <a:pPr algn="ctr">
              <a:defRPr sz="1500" b="1">
                <a:solidFill>
                  <a:srgbClr val="1E5B96"/>
                </a:solidFill>
              </a:defRPr>
            </a:pPr>
            <a:r>
              <a:t>03  [Future update]</a:t>
            </a:r>
          </a:p>
          <a:p>
            <a:pPr>
              <a:spcBef>
                <a:spcPts val="700"/>
              </a:spcBef>
              <a:defRPr sz="1150">
                <a:solidFill>
                  <a:srgbClr val="687788"/>
                </a:solidFill>
              </a:defRPr>
            </a:pPr>
            <a:r>
              <a:t>Technology: [tool]</a:t>
            </a:r>
            <a:br/>
            <a:r>
              <a:t>Purpose: [one short line]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566160"/>
            <a:ext cx="51663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201168" rtlCol="0" anchor="ctr"/>
          <a:lstStyle/>
          <a:p>
            <a:pPr algn="ctr">
              <a:defRPr sz="1500" b="1">
                <a:solidFill>
                  <a:srgbClr val="1E5B96"/>
                </a:solidFill>
              </a:defRPr>
            </a:pPr>
            <a:r>
              <a:t>04  [Future update]</a:t>
            </a:r>
          </a:p>
          <a:p>
            <a:pPr>
              <a:spcBef>
                <a:spcPts val="700"/>
              </a:spcBef>
              <a:defRPr sz="1150">
                <a:solidFill>
                  <a:srgbClr val="687788"/>
                </a:solidFill>
              </a:defRPr>
            </a:pPr>
            <a:r>
              <a:t>Technology: [tool]</a:t>
            </a:r>
            <a:br/>
            <a:r>
              <a:t>Purpose: [one short line]</a:t>
            </a:r>
          </a:p>
        </p:txBody>
      </p:sp>
      <p:pic>
        <p:nvPicPr>
          <p:cNvPr id="10" name="Picture 9" descr="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0" y="348975"/>
            <a:ext cx="450462" cy="47753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4592" y="164592"/>
            <a:ext cx="11862816" cy="6528816"/>
          </a:xfrm>
          <a:prstGeom prst="rect">
            <a:avLst/>
          </a:prstGeom>
          <a:noFill/>
          <a:ln w="13970">
            <a:solidFill>
              <a:srgbClr val="23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sz="2000" b="1">
                <a:solidFill>
                  <a:srgbClr val="12233A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rPr sz="2800" b="1">
                <a:solidFill>
                  <a:srgbClr val="12233A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4612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D89B3D"/>
                </a:solidFill>
              </a:defRPr>
            </a:pPr>
            <a:r>
              <a:rPr>
                <a:solidFill>
                  <a:srgbClr val="238B8B"/>
                </a:solidFill>
              </a:rPr>
              <a:t>[PROJECT NAME]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977639"/>
            <a:ext cx="8503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rPr>
                <a:solidFill>
                  <a:srgbClr val="5E7087"/>
                </a:solidFill>
              </a:rPr>
              <a:t>[Team Name]  •  [Contact / Demo]</a:t>
            </a:r>
          </a:p>
        </p:txBody>
      </p:sp>
      <p:pic>
        <p:nvPicPr>
          <p:cNvPr id="9" name="Picture 8" descr="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0" y="348975"/>
            <a:ext cx="450462" cy="4775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181</Words>
  <Application>Microsoft Office PowerPoint</Application>
  <PresentationFormat>Widescreen</PresentationFormat>
  <Paragraphs>42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24IT042</dc:creator>
  <cp:keywords/>
  <dc:description>generated using python-pptx</dc:description>
  <cp:lastModifiedBy>24IT042</cp:lastModifiedBy>
  <cp:revision>4</cp:revision>
  <dcterms:created xsi:type="dcterms:W3CDTF">2013-01-27T09:14:16Z</dcterms:created>
  <dcterms:modified xsi:type="dcterms:W3CDTF">2026-09-18T10:32:57Z</dcterms:modified>
  <cp:category/>
</cp:coreProperties>
</file>